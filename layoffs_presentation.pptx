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Layoffs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Analysis Project (SQL + Python + Power BI)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layoffs across industries and regions is critical.</a:t>
            </a:r>
          </a:p>
          <a:p>
            <a:r>
              <a:t>Organizations need insights to reduce risk, manage workforce, and improve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layoffs by industry, country, company stage, and time.</a:t>
            </a:r>
          </a:p>
          <a:p>
            <a:r>
              <a:t>Identify patterns, trends, and drivers behind layoffs.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Laid Off Employees</a:t>
            </a:r>
          </a:p>
          <a:p>
            <a:r>
              <a:t>- Total Companies</a:t>
            </a:r>
          </a:p>
          <a:p>
            <a:r>
              <a:t>- Total Countries</a:t>
            </a:r>
          </a:p>
          <a:p>
            <a:r>
              <a:t>- Layoffs by Industry</a:t>
            </a:r>
          </a:p>
          <a:p>
            <a:r>
              <a:t>- Layoffs Trend Over Time</a:t>
            </a:r>
          </a:p>
          <a:p>
            <a:r>
              <a:t>- Top Companies by Layoffs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Consumer industry has highest layoffs</a:t>
            </a:r>
          </a:p>
          <a:p>
            <a:r>
              <a:t>- USA is most affected country</a:t>
            </a:r>
          </a:p>
          <a:p>
            <a:r>
              <a:t>- Layoffs peaked in 2022</a:t>
            </a:r>
          </a:p>
          <a:p>
            <a:r>
              <a:t>- Few companies dominate layoffs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Screenshot 2026-04-16 1616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Control costs and avoid over-expansion</a:t>
            </a:r>
          </a:p>
          <a:p>
            <a:r>
              <a:t>2. Focus on sustainable growth</a:t>
            </a:r>
          </a:p>
          <a:p>
            <a:r>
              <a:t>3. Monitor funding and spending</a:t>
            </a:r>
          </a:p>
          <a:p>
            <a:r>
              <a:t>4. Improve workforce planning</a:t>
            </a:r>
          </a:p>
          <a:p>
            <a:r>
              <a:t>5. Diversify markets to reduce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